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75A84-1990-41FB-BB82-144AFA30C73D}" type="datetimeFigureOut">
              <a:rPr lang="ko-KR" altLang="en-US" smtClean="0"/>
              <a:t>2023-10-27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FE6CE-BE00-47B8-85A3-3678C96AFF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0590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75A84-1990-41FB-BB82-144AFA30C73D}" type="datetimeFigureOut">
              <a:rPr lang="ko-KR" altLang="en-US" smtClean="0"/>
              <a:t>2023-10-27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FE6CE-BE00-47B8-85A3-3678C96AFF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439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75A84-1990-41FB-BB82-144AFA30C73D}" type="datetimeFigureOut">
              <a:rPr lang="ko-KR" altLang="en-US" smtClean="0"/>
              <a:t>2023-10-27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FE6CE-BE00-47B8-85A3-3678C96AFF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7153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75A84-1990-41FB-BB82-144AFA30C73D}" type="datetimeFigureOut">
              <a:rPr lang="ko-KR" altLang="en-US" smtClean="0"/>
              <a:t>2023-10-27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FE6CE-BE00-47B8-85A3-3678C96AFF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5462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75A84-1990-41FB-BB82-144AFA30C73D}" type="datetimeFigureOut">
              <a:rPr lang="ko-KR" altLang="en-US" smtClean="0"/>
              <a:t>2023-10-27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FE6CE-BE00-47B8-85A3-3678C96AFF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2776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75A84-1990-41FB-BB82-144AFA30C73D}" type="datetimeFigureOut">
              <a:rPr lang="ko-KR" altLang="en-US" smtClean="0"/>
              <a:t>2023-10-27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FE6CE-BE00-47B8-85A3-3678C96AFF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6184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75A84-1990-41FB-BB82-144AFA30C73D}" type="datetimeFigureOut">
              <a:rPr lang="ko-KR" altLang="en-US" smtClean="0"/>
              <a:t>2023-10-27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FE6CE-BE00-47B8-85A3-3678C96AFF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1958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75A84-1990-41FB-BB82-144AFA30C73D}" type="datetimeFigureOut">
              <a:rPr lang="ko-KR" altLang="en-US" smtClean="0"/>
              <a:t>2023-10-27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FE6CE-BE00-47B8-85A3-3678C96AFF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5545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75A84-1990-41FB-BB82-144AFA30C73D}" type="datetimeFigureOut">
              <a:rPr lang="ko-KR" altLang="en-US" smtClean="0"/>
              <a:t>2023-10-27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FE6CE-BE00-47B8-85A3-3678C96AFF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6677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75A84-1990-41FB-BB82-144AFA30C73D}" type="datetimeFigureOut">
              <a:rPr lang="ko-KR" altLang="en-US" smtClean="0"/>
              <a:t>2023-10-27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FE6CE-BE00-47B8-85A3-3678C96AFF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2410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75A84-1990-41FB-BB82-144AFA30C73D}" type="datetimeFigureOut">
              <a:rPr lang="ko-KR" altLang="en-US" smtClean="0"/>
              <a:t>2023-10-27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FE6CE-BE00-47B8-85A3-3678C96AFF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3187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775A84-1990-41FB-BB82-144AFA30C73D}" type="datetimeFigureOut">
              <a:rPr lang="ko-KR" altLang="en-US" smtClean="0"/>
              <a:t>2023-10-27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5FE6CE-BE00-47B8-85A3-3678C96AFF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1791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디자인 구성요소 제작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759978"/>
            <a:ext cx="9144000" cy="1655762"/>
          </a:xfrm>
        </p:spPr>
        <p:txBody>
          <a:bodyPr/>
          <a:lstStyle/>
          <a:p>
            <a:r>
              <a:rPr lang="en-US" altLang="ko-KR" dirty="0" smtClean="0"/>
              <a:t>Report 05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4282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1862420" y="1515071"/>
            <a:ext cx="8973343" cy="4304115"/>
            <a:chOff x="806704" y="1764453"/>
            <a:chExt cx="8973343" cy="4304115"/>
          </a:xfrm>
        </p:grpSpPr>
        <p:sp>
          <p:nvSpPr>
            <p:cNvPr id="5" name="모서리가 둥근 직사각형 4"/>
            <p:cNvSpPr/>
            <p:nvPr/>
          </p:nvSpPr>
          <p:spPr>
            <a:xfrm>
              <a:off x="806705" y="3090672"/>
              <a:ext cx="1707895" cy="704088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tx1"/>
                  </a:solidFill>
                </a:rPr>
                <a:t>강수 확률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모서리가 둥근 직사각형 5"/>
            <p:cNvSpPr/>
            <p:nvPr/>
          </p:nvSpPr>
          <p:spPr>
            <a:xfrm>
              <a:off x="806705" y="3846576"/>
              <a:ext cx="1707895" cy="704088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tx1"/>
                  </a:solidFill>
                </a:rPr>
                <a:t>바람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806704" y="4611624"/>
              <a:ext cx="1707895" cy="704088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tx1"/>
                  </a:solidFill>
                </a:rPr>
                <a:t>기온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806704" y="5364480"/>
              <a:ext cx="1707895" cy="704088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tx1"/>
                  </a:solidFill>
                </a:rPr>
                <a:t>습도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2569464" y="3090672"/>
              <a:ext cx="1707895" cy="704088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 smtClean="0">
                  <a:solidFill>
                    <a:schemeClr val="tx1"/>
                  </a:solidFill>
                </a:rPr>
                <a:t>초미세먼지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모서리가 둥근 직사각형 11"/>
            <p:cNvSpPr/>
            <p:nvPr/>
          </p:nvSpPr>
          <p:spPr>
            <a:xfrm>
              <a:off x="2569464" y="3846576"/>
              <a:ext cx="1707895" cy="704088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tx1"/>
                  </a:solidFill>
                </a:rPr>
                <a:t>미세먼지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모서리가 둥근 직사각형 12"/>
            <p:cNvSpPr/>
            <p:nvPr/>
          </p:nvSpPr>
          <p:spPr>
            <a:xfrm>
              <a:off x="2569463" y="4611624"/>
              <a:ext cx="1707895" cy="704088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tx1"/>
                  </a:solidFill>
                </a:rPr>
                <a:t>오존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모서리가 둥근 직사각형 15"/>
            <p:cNvSpPr/>
            <p:nvPr/>
          </p:nvSpPr>
          <p:spPr>
            <a:xfrm>
              <a:off x="4332223" y="3090672"/>
              <a:ext cx="1707895" cy="704088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 smtClean="0">
                  <a:solidFill>
                    <a:schemeClr val="tx1"/>
                  </a:solidFill>
                </a:rPr>
                <a:t>자외선지수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모서리가 둥근 직사각형 16"/>
            <p:cNvSpPr/>
            <p:nvPr/>
          </p:nvSpPr>
          <p:spPr>
            <a:xfrm>
              <a:off x="4332223" y="3846576"/>
              <a:ext cx="1707895" cy="704088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tx1"/>
                  </a:solidFill>
                </a:rPr>
                <a:t>꽃가루 농도</a:t>
              </a:r>
              <a:endParaRPr lang="en-US" altLang="ko-KR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dirty="0" smtClean="0">
                  <a:solidFill>
                    <a:schemeClr val="tx1"/>
                  </a:solidFill>
                </a:rPr>
                <a:t>위험 지수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모서리가 둥근 직사각형 17"/>
            <p:cNvSpPr/>
            <p:nvPr/>
          </p:nvSpPr>
          <p:spPr>
            <a:xfrm>
              <a:off x="4332222" y="4611624"/>
              <a:ext cx="1707895" cy="704088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tx1"/>
                  </a:solidFill>
                </a:rPr>
                <a:t>대기정체지수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모서리가 둥근 직사각형 18"/>
            <p:cNvSpPr/>
            <p:nvPr/>
          </p:nvSpPr>
          <p:spPr>
            <a:xfrm>
              <a:off x="4332222" y="5364480"/>
              <a:ext cx="1707895" cy="704088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tx1"/>
                  </a:solidFill>
                </a:rPr>
                <a:t>체감 온도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모서리가 둥근 직사각형 20"/>
            <p:cNvSpPr/>
            <p:nvPr/>
          </p:nvSpPr>
          <p:spPr>
            <a:xfrm>
              <a:off x="6094982" y="3090672"/>
              <a:ext cx="1707895" cy="704088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tx1"/>
                  </a:solidFill>
                </a:rPr>
                <a:t>강수량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모서리가 둥근 직사각형 21"/>
            <p:cNvSpPr/>
            <p:nvPr/>
          </p:nvSpPr>
          <p:spPr>
            <a:xfrm>
              <a:off x="6094982" y="3846576"/>
              <a:ext cx="1707895" cy="704088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tx1"/>
                  </a:solidFill>
                </a:rPr>
                <a:t>기온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모서리가 둥근 직사각형 22"/>
            <p:cNvSpPr/>
            <p:nvPr/>
          </p:nvSpPr>
          <p:spPr>
            <a:xfrm>
              <a:off x="6094981" y="4611624"/>
              <a:ext cx="1707895" cy="704088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 smtClean="0">
                  <a:solidFill>
                    <a:schemeClr val="tx1"/>
                  </a:solidFill>
                </a:rPr>
                <a:t>대기질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모서리가 둥근 직사각형 25"/>
            <p:cNvSpPr/>
            <p:nvPr/>
          </p:nvSpPr>
          <p:spPr>
            <a:xfrm>
              <a:off x="7857741" y="3090672"/>
              <a:ext cx="1922306" cy="79248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tx1"/>
                  </a:solidFill>
                </a:rPr>
                <a:t>국내</a:t>
              </a:r>
              <a:r>
                <a:rPr lang="en-US" altLang="ko-KR" dirty="0" smtClean="0">
                  <a:solidFill>
                    <a:schemeClr val="tx1"/>
                  </a:solidFill>
                </a:rPr>
                <a:t>/</a:t>
              </a:r>
              <a:r>
                <a:rPr lang="ko-KR" altLang="en-US" dirty="0" smtClean="0">
                  <a:solidFill>
                    <a:schemeClr val="tx1"/>
                  </a:solidFill>
                </a:rPr>
                <a:t>국외</a:t>
              </a:r>
              <a:endParaRPr lang="en-US" altLang="ko-KR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dirty="0" smtClean="0">
                  <a:solidFill>
                    <a:schemeClr val="tx1"/>
                  </a:solidFill>
                </a:rPr>
                <a:t>지진 발생 위치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0" name="모서리가 둥근 직사각형 29"/>
            <p:cNvSpPr/>
            <p:nvPr/>
          </p:nvSpPr>
          <p:spPr>
            <a:xfrm>
              <a:off x="806704" y="1764453"/>
              <a:ext cx="8973343" cy="457200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/>
                <a:t>날씨</a:t>
              </a:r>
              <a:r>
                <a:rPr lang="en-US" altLang="ko-KR" dirty="0" smtClean="0"/>
                <a:t>(</a:t>
              </a:r>
              <a:r>
                <a:rPr lang="ko-KR" altLang="en-US" dirty="0" smtClean="0"/>
                <a:t>일기 예보 분석</a:t>
              </a:r>
              <a:r>
                <a:rPr lang="en-US" altLang="ko-KR" dirty="0" smtClean="0"/>
                <a:t>)</a:t>
              </a:r>
              <a:endParaRPr lang="ko-KR" altLang="en-US" dirty="0"/>
            </a:p>
          </p:txBody>
        </p:sp>
        <p:sp>
          <p:nvSpPr>
            <p:cNvPr id="31" name="모서리가 둥근 직사각형 30"/>
            <p:cNvSpPr/>
            <p:nvPr/>
          </p:nvSpPr>
          <p:spPr>
            <a:xfrm>
              <a:off x="806704" y="2296329"/>
              <a:ext cx="1707895" cy="70408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/>
                <a:t>일기예보</a:t>
              </a:r>
              <a:endParaRPr lang="ko-KR" altLang="en-US" dirty="0"/>
            </a:p>
          </p:txBody>
        </p:sp>
        <p:sp>
          <p:nvSpPr>
            <p:cNvPr id="32" name="모서리가 둥근 직사각형 31"/>
            <p:cNvSpPr/>
            <p:nvPr/>
          </p:nvSpPr>
          <p:spPr>
            <a:xfrm>
              <a:off x="2569463" y="2296329"/>
              <a:ext cx="1707895" cy="70408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 smtClean="0"/>
                <a:t>대기질</a:t>
              </a:r>
              <a:r>
                <a:rPr lang="ko-KR" altLang="en-US" dirty="0" smtClean="0"/>
                <a:t> 정보</a:t>
              </a:r>
              <a:endParaRPr lang="ko-KR" altLang="en-US" dirty="0"/>
            </a:p>
          </p:txBody>
        </p:sp>
        <p:sp>
          <p:nvSpPr>
            <p:cNvPr id="33" name="모서리가 둥근 직사각형 32"/>
            <p:cNvSpPr/>
            <p:nvPr/>
          </p:nvSpPr>
          <p:spPr>
            <a:xfrm>
              <a:off x="4332222" y="2296329"/>
              <a:ext cx="1707895" cy="70408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/>
                <a:t>지수종합정보</a:t>
              </a:r>
              <a:endParaRPr lang="ko-KR" altLang="en-US" dirty="0"/>
            </a:p>
          </p:txBody>
        </p:sp>
        <p:sp>
          <p:nvSpPr>
            <p:cNvPr id="34" name="모서리가 둥근 직사각형 33"/>
            <p:cNvSpPr/>
            <p:nvPr/>
          </p:nvSpPr>
          <p:spPr>
            <a:xfrm>
              <a:off x="6094981" y="2296329"/>
              <a:ext cx="1707895" cy="70408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/>
                <a:t>위성영상</a:t>
              </a:r>
              <a:endParaRPr lang="ko-KR" altLang="en-US" dirty="0"/>
            </a:p>
          </p:txBody>
        </p:sp>
        <p:sp>
          <p:nvSpPr>
            <p:cNvPr id="35" name="모서리가 둥근 직사각형 34"/>
            <p:cNvSpPr/>
            <p:nvPr/>
          </p:nvSpPr>
          <p:spPr>
            <a:xfrm>
              <a:off x="7857740" y="2296329"/>
              <a:ext cx="1922306" cy="70408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/>
                <a:t>지진</a:t>
              </a:r>
              <a:endParaRPr lang="ko-KR" altLang="en-US" dirty="0"/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9858895" y="133004"/>
            <a:ext cx="1871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날씨 </a:t>
            </a:r>
            <a:r>
              <a:rPr lang="ko-KR" altLang="en-US" dirty="0" err="1" smtClean="0"/>
              <a:t>정보구조도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8505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37" y="56092"/>
            <a:ext cx="1487977" cy="6600835"/>
          </a:xfrm>
        </p:spPr>
      </p:pic>
      <p:sp>
        <p:nvSpPr>
          <p:cNvPr id="5" name="TextBox 4"/>
          <p:cNvSpPr txBox="1"/>
          <p:nvPr/>
        </p:nvSpPr>
        <p:spPr>
          <a:xfrm>
            <a:off x="1333919" y="6634191"/>
            <a:ext cx="57900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Mobile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91279" y="13300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스토리보드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3873" y="56092"/>
            <a:ext cx="3860137" cy="66008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19993" y="6634191"/>
            <a:ext cx="5629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Tablet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87069" y="1034347"/>
            <a:ext cx="13821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디자인 요구사항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87069" y="3594876"/>
            <a:ext cx="13821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개발자 요구사항</a:t>
            </a:r>
            <a:endParaRPr lang="ko-KR" altLang="en-US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57753" y="1496289"/>
            <a:ext cx="389035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Mobile </a:t>
            </a:r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size : 360 x 1600</a:t>
            </a:r>
          </a:p>
          <a:p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Grid : 4 / Margin : 20 / Gutter : 16</a:t>
            </a:r>
          </a:p>
          <a:p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Tablet size : 600x1026</a:t>
            </a:r>
          </a:p>
          <a:p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Grid : 8 / Margin : 20 / Gutter : 16</a:t>
            </a:r>
          </a:p>
          <a:p>
            <a:endParaRPr lang="en-US" altLang="ko-KR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28600" indent="-228600">
              <a:buAutoNum type="alphaLcPeriod"/>
            </a:pPr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로고디자인</a:t>
            </a:r>
            <a:endParaRPr lang="en-US" altLang="ko-KR" sz="11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28600" indent="-228600">
              <a:buAutoNum type="alphaLcPeriod"/>
            </a:pPr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현재 날씨에 맞는 백그라운드 디자인 </a:t>
            </a:r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움직이는 구름 배경</a:t>
            </a:r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marL="228600" indent="-228600">
              <a:buAutoNum type="alphaLcPeriod"/>
            </a:pPr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현재 날씨에 맞는 아이콘 디자인</a:t>
            </a:r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현재 </a:t>
            </a:r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약간 구름</a:t>
            </a:r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marL="228600" indent="-228600">
              <a:buAutoNum type="alphaLcPeriod"/>
            </a:pPr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그 외 아이콘 제작해주세요</a:t>
            </a:r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.(</a:t>
            </a:r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낮</a:t>
            </a:r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밤</a:t>
            </a:r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비</a:t>
            </a:r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눈</a:t>
            </a:r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지수종합정보 아이콘</a:t>
            </a:r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7753" y="4093263"/>
            <a:ext cx="4480560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lphaLcPeriod" startAt="5"/>
            </a:pPr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햄버거 버튼 </a:t>
            </a:r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(add/remove)</a:t>
            </a:r>
          </a:p>
          <a:p>
            <a:pPr marL="228600" indent="-228600">
              <a:buFontTx/>
              <a:buAutoNum type="alphaLcPeriod" startAt="5"/>
            </a:pP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햄버거 버튼을 누르면 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‘</a:t>
            </a:r>
            <a:r>
              <a:rPr lang="ko-KR" altLang="en-US" sz="11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내비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목록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’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 보여지고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다시 클릭 할 경우 사라지게 해주세요</a:t>
            </a:r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Tx/>
              <a:buAutoNum type="alphaLcPeriod" startAt="5"/>
            </a:pP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사용자의 지역 정보와 사용자 위치를 변경 할 수 있게 어드레스 앞에 아이콘 기능을 추가해주세요</a:t>
            </a:r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Tx/>
              <a:buAutoNum type="alphaLcPeriod" startAt="5"/>
            </a:pP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각 시간에 맞춰 아이콘과 온도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그래프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 나올 수 있도록 개발해주세요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Tx/>
              <a:buAutoNum type="alphaLcPeriod" startAt="5"/>
            </a:pPr>
            <a:r>
              <a:rPr lang="ko-KR" altLang="en-US" sz="11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주간예보에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다음 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일의 날씨 예보를 업데이트 해주세요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Tx/>
              <a:buAutoNum type="alphaLcPeriod" startAt="5"/>
            </a:pP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지수종합정보에 자외선 지수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꽃가루 농도 위험지수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대기 </a:t>
            </a:r>
            <a:r>
              <a:rPr lang="ko-KR" altLang="en-US" sz="11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정체지수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체감온도를 보여주세요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lang="en-US" altLang="ko-KR" sz="11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95632" y="124691"/>
            <a:ext cx="37702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02060"/>
                </a:solidFill>
              </a:rPr>
              <a:t>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5232" y="1753436"/>
            <a:ext cx="37702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02060"/>
                </a:solidFill>
              </a:rPr>
              <a:t>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3226" y="2492719"/>
            <a:ext cx="37702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02060"/>
                </a:solidFill>
              </a:rPr>
              <a:t>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53598" y="3943634"/>
            <a:ext cx="6591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 smtClean="0">
                <a:solidFill>
                  <a:srgbClr val="002060"/>
                </a:solidFill>
              </a:rPr>
              <a:t>ⓓ</a:t>
            </a:r>
            <a:r>
              <a:rPr lang="en-US" altLang="ko-KR" sz="1500" dirty="0" smtClean="0">
                <a:solidFill>
                  <a:srgbClr val="FF0000"/>
                </a:solidFill>
              </a:rPr>
              <a:t>/</a:t>
            </a:r>
            <a:r>
              <a:rPr lang="ko-KR" altLang="en-US" sz="1600" dirty="0">
                <a:solidFill>
                  <a:srgbClr val="FF0000"/>
                </a:solidFill>
              </a:rPr>
              <a:t>ⓗ</a:t>
            </a:r>
            <a:endParaRPr lang="ko-KR" altLang="en-US" sz="1500" dirty="0"/>
          </a:p>
        </p:txBody>
      </p:sp>
      <p:sp>
        <p:nvSpPr>
          <p:cNvPr id="22" name="TextBox 21"/>
          <p:cNvSpPr txBox="1"/>
          <p:nvPr/>
        </p:nvSpPr>
        <p:spPr>
          <a:xfrm>
            <a:off x="3348057" y="5218252"/>
            <a:ext cx="6591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 smtClean="0">
                <a:solidFill>
                  <a:srgbClr val="002060"/>
                </a:solidFill>
              </a:rPr>
              <a:t>ⓓ</a:t>
            </a:r>
            <a:r>
              <a:rPr lang="en-US" altLang="ko-KR" sz="1500" dirty="0" smtClean="0">
                <a:solidFill>
                  <a:srgbClr val="FF0000"/>
                </a:solidFill>
              </a:rPr>
              <a:t>/</a:t>
            </a:r>
            <a:r>
              <a:rPr lang="ko-KR" altLang="en-US" sz="1600" dirty="0">
                <a:solidFill>
                  <a:srgbClr val="FF0000"/>
                </a:solidFill>
              </a:rPr>
              <a:t>ⓗ</a:t>
            </a:r>
            <a:endParaRPr lang="ko-KR" altLang="en-US" sz="1500" dirty="0"/>
          </a:p>
        </p:txBody>
      </p:sp>
      <p:sp>
        <p:nvSpPr>
          <p:cNvPr id="23" name="TextBox 22"/>
          <p:cNvSpPr txBox="1"/>
          <p:nvPr/>
        </p:nvSpPr>
        <p:spPr>
          <a:xfrm>
            <a:off x="5210106" y="2957191"/>
            <a:ext cx="659155" cy="5693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 smtClean="0">
                <a:solidFill>
                  <a:srgbClr val="002060"/>
                </a:solidFill>
              </a:rPr>
              <a:t>ⓓ</a:t>
            </a:r>
            <a:r>
              <a:rPr lang="en-US" altLang="ko-KR" sz="1500" dirty="0" smtClean="0">
                <a:solidFill>
                  <a:srgbClr val="FF0000"/>
                </a:solidFill>
              </a:rPr>
              <a:t>/</a:t>
            </a:r>
            <a:r>
              <a:rPr lang="ko-KR" altLang="en-US" sz="1600" dirty="0">
                <a:solidFill>
                  <a:srgbClr val="FF0000"/>
                </a:solidFill>
              </a:rPr>
              <a:t>ⓘ</a:t>
            </a:r>
          </a:p>
          <a:p>
            <a:endParaRPr lang="ko-KR" altLang="en-US" sz="1500" dirty="0"/>
          </a:p>
        </p:txBody>
      </p:sp>
      <p:sp>
        <p:nvSpPr>
          <p:cNvPr id="24" name="TextBox 23"/>
          <p:cNvSpPr txBox="1"/>
          <p:nvPr/>
        </p:nvSpPr>
        <p:spPr>
          <a:xfrm>
            <a:off x="5918663" y="156087"/>
            <a:ext cx="37702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FF0000"/>
                </a:solidFill>
              </a:rPr>
              <a:t>ⓔ</a:t>
            </a:r>
            <a:endParaRPr lang="ko-KR" altLang="en-US" sz="1500" dirty="0"/>
          </a:p>
        </p:txBody>
      </p:sp>
      <p:sp>
        <p:nvSpPr>
          <p:cNvPr id="25" name="TextBox 24"/>
          <p:cNvSpPr txBox="1"/>
          <p:nvPr/>
        </p:nvSpPr>
        <p:spPr>
          <a:xfrm>
            <a:off x="6163314" y="568840"/>
            <a:ext cx="37702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FF0000"/>
                </a:solidFill>
              </a:rPr>
              <a:t>ⓕ</a:t>
            </a:r>
            <a:endParaRPr lang="ko-KR" altLang="en-US" sz="1500" dirty="0"/>
          </a:p>
        </p:txBody>
      </p:sp>
      <p:sp>
        <p:nvSpPr>
          <p:cNvPr id="26" name="직사각형 25"/>
          <p:cNvSpPr/>
          <p:nvPr/>
        </p:nvSpPr>
        <p:spPr>
          <a:xfrm>
            <a:off x="6107176" y="4802136"/>
            <a:ext cx="377026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500" dirty="0">
                <a:solidFill>
                  <a:srgbClr val="FF0000"/>
                </a:solidFill>
              </a:rPr>
              <a:t>ⓙ</a:t>
            </a:r>
            <a:endParaRPr lang="ko-KR" altLang="en-US" sz="1500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651858" y="3173882"/>
            <a:ext cx="37702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 smtClean="0">
                <a:solidFill>
                  <a:srgbClr val="FF0000"/>
                </a:solidFill>
              </a:rPr>
              <a:t>ⓖ</a:t>
            </a:r>
            <a:endParaRPr lang="ko-KR" altLang="en-US" sz="15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3681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359" y="851419"/>
            <a:ext cx="8673989" cy="46848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91279" y="13300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스토리보드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411348" y="5082185"/>
            <a:ext cx="67037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Desktop</a:t>
            </a:r>
            <a:endParaRPr lang="en-US" altLang="ko-KR" sz="900" dirty="0" smtClean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37359" y="5606778"/>
            <a:ext cx="13821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디자인 요구사항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58" y="5964431"/>
            <a:ext cx="241069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Grid : 12 / Margin : 20 / Gutter : 16</a:t>
            </a:r>
          </a:p>
          <a:p>
            <a:endParaRPr lang="en-US" altLang="ko-KR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추가 사항 없음</a:t>
            </a:r>
            <a:endParaRPr lang="en-US" altLang="ko-KR" sz="11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63614" y="5606778"/>
            <a:ext cx="13821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개발자 요구사항</a:t>
            </a:r>
            <a:endParaRPr lang="ko-KR" altLang="en-US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63614" y="5972126"/>
            <a:ext cx="34040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lphaLcPeriod" startAt="11"/>
            </a:pPr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햄버거 버튼을 </a:t>
            </a:r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display: none;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메인 </a:t>
            </a:r>
            <a:r>
              <a:rPr lang="ko-KR" altLang="en-US" sz="1100" dirty="0" err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내비를</a:t>
            </a:r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100" dirty="0" err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display:block</a:t>
            </a:r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; </a:t>
            </a:r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해주세요</a:t>
            </a:r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AutoNum type="alphaLcPeriod" startAt="11"/>
            </a:pPr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모바일과 태블릿에서 </a:t>
            </a:r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개씩 배열되던 지수종합정보를 한 열로 배치해주세요</a:t>
            </a:r>
            <a:r>
              <a:rPr lang="en-US" altLang="ko-KR" sz="11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5426" y="818167"/>
            <a:ext cx="37702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 smtClean="0">
                <a:solidFill>
                  <a:srgbClr val="FF0000"/>
                </a:solidFill>
              </a:rPr>
              <a:t>Ⓚ</a:t>
            </a:r>
            <a:endParaRPr lang="ko-KR" altLang="en-US" sz="1500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68698" y="4405745"/>
            <a:ext cx="37702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 smtClean="0">
                <a:solidFill>
                  <a:srgbClr val="FF0000"/>
                </a:solidFill>
              </a:rPr>
              <a:t>ⓛ</a:t>
            </a:r>
            <a:endParaRPr lang="ko-KR" altLang="en-US" sz="15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6823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255</Words>
  <Application>Microsoft Office PowerPoint</Application>
  <PresentationFormat>와이드스크린</PresentationFormat>
  <Paragraphs>67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Noto Sans KR</vt:lpstr>
      <vt:lpstr>Noto Sans KR Black</vt:lpstr>
      <vt:lpstr>맑은 고딕</vt:lpstr>
      <vt:lpstr>Arial</vt:lpstr>
      <vt:lpstr>Office 테마</vt:lpstr>
      <vt:lpstr>디자인 구성요소 제작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인천IT</dc:creator>
  <cp:lastModifiedBy>인천IT</cp:lastModifiedBy>
  <cp:revision>41</cp:revision>
  <dcterms:created xsi:type="dcterms:W3CDTF">2023-10-27T01:14:32Z</dcterms:created>
  <dcterms:modified xsi:type="dcterms:W3CDTF">2023-10-27T04:48:29Z</dcterms:modified>
</cp:coreProperties>
</file>